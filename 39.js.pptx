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7" r:id="rId1"/>
  </p:sldMasterIdLst>
  <p:sldIdLst>
    <p:sldId id="257" r:id="rId2"/>
    <p:sldId id="266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86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9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4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15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3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9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9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0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7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544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25180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7059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232592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6811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55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0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2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=""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="" xmlns:a16="http://schemas.microsoft.com/office/drawing/2014/main" id="{2644B391-9BFE-445C-A9EC-F544BB85FB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="" xmlns:a16="http://schemas.microsoft.com/office/drawing/2014/main" id="{80F26E69-87D9-4655-AE7B-280A87AA3C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</a:rPr>
              <a:t>JAVASCRIPT</a:t>
            </a:r>
            <a:br>
              <a:rPr lang="en-US" sz="4400" dirty="0" smtClean="0">
                <a:solidFill>
                  <a:schemeClr val="tx1"/>
                </a:solidFill>
              </a:rPr>
            </a:b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Sit Dolor Amet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19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MONGO 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COLLECTION-”USERS”</a:t>
            </a:r>
            <a:endParaRPr lang="en-IN" dirty="0"/>
          </a:p>
          <a:p>
            <a:r>
              <a:rPr lang="en-US" dirty="0" smtClean="0"/>
              <a:t>DOCUMENT-1 </a:t>
            </a:r>
          </a:p>
          <a:p>
            <a:r>
              <a:rPr lang="en-US" dirty="0" smtClean="0"/>
              <a:t>DOCUMENT-2</a:t>
            </a:r>
          </a:p>
          <a:p>
            <a:r>
              <a:rPr lang="en-US" dirty="0" smtClean="0"/>
              <a:t>Show </a:t>
            </a:r>
            <a:r>
              <a:rPr lang="en-US" dirty="0" err="1" smtClean="0"/>
              <a:t>dbs</a:t>
            </a:r>
            <a:endParaRPr lang="en-US" dirty="0" smtClean="0"/>
          </a:p>
          <a:p>
            <a:r>
              <a:rPr lang="en-US" dirty="0" smtClean="0"/>
              <a:t>Use &lt;</a:t>
            </a:r>
            <a:r>
              <a:rPr lang="en-US" dirty="0" err="1" smtClean="0"/>
              <a:t>db_name</a:t>
            </a:r>
            <a:r>
              <a:rPr lang="en-US" dirty="0" smtClean="0"/>
              <a:t>&gt;</a:t>
            </a:r>
          </a:p>
          <a:p>
            <a:r>
              <a:rPr lang="en-US" dirty="0" err="1" smtClean="0"/>
              <a:t>Db.coll.find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Db.coll.insert</a:t>
            </a:r>
            <a:r>
              <a:rPr lang="en-US" smtClean="0"/>
              <a:t>()</a:t>
            </a:r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3181082" y="3193961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07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olt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let x = [1, 2, 3];</a:t>
            </a:r>
          </a:p>
          <a:p>
            <a:r>
              <a:rPr lang="en-US" dirty="0"/>
              <a:t>let [, , y] = x</a:t>
            </a:r>
            <a:r>
              <a:rPr lang="en-US" dirty="0" smtClean="0"/>
              <a:t>;</a:t>
            </a:r>
          </a:p>
          <a:p>
            <a:r>
              <a:rPr lang="en-US" dirty="0"/>
              <a:t>let y = "1";</a:t>
            </a:r>
          </a:p>
          <a:p>
            <a:endParaRPr lang="en-US" dirty="0"/>
          </a:p>
          <a:p>
            <a:r>
              <a:rPr lang="en-US" dirty="0"/>
              <a:t>console.log(++x, ++y);</a:t>
            </a:r>
          </a:p>
          <a:p>
            <a:r>
              <a:rPr lang="en-US" dirty="0"/>
              <a:t>console.log(x);</a:t>
            </a:r>
          </a:p>
          <a:p>
            <a:r>
              <a:rPr lang="en-US" dirty="0"/>
              <a:t>let x = true + true;</a:t>
            </a:r>
          </a:p>
          <a:p>
            <a:r>
              <a:rPr lang="en-US" dirty="0"/>
              <a:t>let y = x + false;</a:t>
            </a:r>
          </a:p>
          <a:p>
            <a:endParaRPr lang="en-US" dirty="0"/>
          </a:p>
          <a:p>
            <a:r>
              <a:rPr lang="en-US" dirty="0"/>
              <a:t>console.log(y);</a:t>
            </a:r>
          </a:p>
          <a:p>
            <a:r>
              <a:rPr lang="en-US" dirty="0" err="1"/>
              <a:t>const</a:t>
            </a:r>
            <a:r>
              <a:rPr lang="en-US" dirty="0"/>
              <a:t> a = { b: { c: 2 } };</a:t>
            </a:r>
          </a:p>
          <a:p>
            <a:r>
              <a:rPr lang="en-US" dirty="0" err="1"/>
              <a:t>const</a:t>
            </a:r>
            <a:r>
              <a:rPr lang="en-US" dirty="0"/>
              <a:t> b = { ...a };</a:t>
            </a:r>
          </a:p>
          <a:p>
            <a:r>
              <a:rPr lang="en-US" dirty="0" err="1"/>
              <a:t>a.b.c</a:t>
            </a:r>
            <a:r>
              <a:rPr lang="en-US" dirty="0"/>
              <a:t> = 3;</a:t>
            </a:r>
          </a:p>
          <a:p>
            <a:endParaRPr lang="en-US" dirty="0"/>
          </a:p>
          <a:p>
            <a:r>
              <a:rPr lang="en-US" dirty="0"/>
              <a:t>console.log(</a:t>
            </a:r>
            <a:r>
              <a:rPr lang="en-US" dirty="0" err="1"/>
              <a:t>b.b.c</a:t>
            </a:r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x;</a:t>
            </a:r>
          </a:p>
          <a:p>
            <a:endParaRPr lang="en-US" dirty="0"/>
          </a:p>
          <a:p>
            <a:r>
              <a:rPr lang="en-US" b="1" dirty="0"/>
              <a:t>let</a:t>
            </a:r>
            <a:r>
              <a:rPr lang="en-US" dirty="0"/>
              <a:t> x = [2]; </a:t>
            </a:r>
          </a:p>
          <a:p>
            <a:r>
              <a:rPr lang="en-US" b="1" dirty="0"/>
              <a:t>let</a:t>
            </a:r>
            <a:r>
              <a:rPr lang="en-US" dirty="0"/>
              <a:t> y = 2; </a:t>
            </a:r>
          </a:p>
          <a:p>
            <a:r>
              <a:rPr lang="en-US" dirty="0"/>
              <a:t>console.log(x == y</a:t>
            </a:r>
            <a:r>
              <a:rPr lang="en-US" dirty="0" smtClean="0"/>
              <a:t>);</a:t>
            </a:r>
          </a:p>
          <a:p>
            <a:r>
              <a:rPr lang="en-US" dirty="0"/>
              <a:t>let x = { b: 1, c: 2 };</a:t>
            </a:r>
          </a:p>
          <a:p>
            <a:r>
              <a:rPr lang="en-US" dirty="0"/>
              <a:t>let y = </a:t>
            </a:r>
            <a:r>
              <a:rPr lang="en-US" dirty="0" err="1"/>
              <a:t>Object.keys</a:t>
            </a:r>
            <a:r>
              <a:rPr lang="en-US" dirty="0"/>
              <a:t>(x);</a:t>
            </a:r>
          </a:p>
          <a:p>
            <a:r>
              <a:rPr lang="en-US" dirty="0"/>
              <a:t>console.log(</a:t>
            </a:r>
            <a:r>
              <a:rPr lang="en-US" dirty="0" err="1"/>
              <a:t>y.length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let x = 1 &gt; 2 &gt; 3;</a:t>
            </a:r>
          </a:p>
          <a:p>
            <a:r>
              <a:rPr lang="en-US" dirty="0"/>
              <a:t>console.log(x);</a:t>
            </a:r>
          </a:p>
          <a:p>
            <a:endParaRPr lang="en-US" dirty="0"/>
          </a:p>
          <a:p>
            <a:r>
              <a:rPr lang="en-US" dirty="0"/>
              <a:t>let x = false;</a:t>
            </a:r>
          </a:p>
          <a:p>
            <a:r>
              <a:rPr lang="en-US" dirty="0"/>
              <a:t>let y = "0";</a:t>
            </a:r>
          </a:p>
          <a:p>
            <a:r>
              <a:rPr lang="en-US" dirty="0"/>
              <a:t>let z = 0;</a:t>
            </a:r>
          </a:p>
          <a:p>
            <a:endParaRPr lang="en-US" dirty="0"/>
          </a:p>
          <a:p>
            <a:r>
              <a:rPr lang="en-US" dirty="0"/>
              <a:t>console.log(x == y);</a:t>
            </a:r>
          </a:p>
          <a:p>
            <a:r>
              <a:rPr lang="en-US" dirty="0"/>
              <a:t>console.log(x == z);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s-ES" dirty="0" err="1"/>
              <a:t>let</a:t>
            </a:r>
            <a:r>
              <a:rPr lang="es-ES" dirty="0"/>
              <a:t> x = "b";</a:t>
            </a:r>
          </a:p>
          <a:p>
            <a:r>
              <a:rPr lang="es-ES" dirty="0" err="1"/>
              <a:t>let</a:t>
            </a:r>
            <a:r>
              <a:rPr lang="es-ES" dirty="0"/>
              <a:t> y = "a";</a:t>
            </a:r>
          </a:p>
          <a:p>
            <a:endParaRPr lang="es-ES" dirty="0"/>
          </a:p>
          <a:p>
            <a:r>
              <a:rPr lang="en-US" dirty="0"/>
              <a:t>let x = 1;</a:t>
            </a:r>
          </a:p>
          <a:p>
            <a:r>
              <a:rPr lang="es-ES" dirty="0"/>
              <a:t>console.log(x + y + + y + y);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console.log(y</a:t>
            </a:r>
          </a:p>
          <a:p>
            <a:r>
              <a:rPr lang="en-US" dirty="0"/>
              <a:t>let x = "false";</a:t>
            </a:r>
          </a:p>
          <a:p>
            <a:r>
              <a:rPr lang="en-US" dirty="0"/>
              <a:t>let y = !x;</a:t>
            </a:r>
          </a:p>
          <a:p>
            <a:endParaRPr lang="en-US" dirty="0"/>
          </a:p>
          <a:p>
            <a:r>
              <a:rPr lang="en-US" dirty="0"/>
              <a:t>console.log(y);</a:t>
            </a:r>
          </a:p>
          <a:p>
            <a:endParaRPr lang="en-US" dirty="0"/>
          </a:p>
          <a:p>
            <a:r>
              <a:rPr lang="pt-BR" dirty="0"/>
              <a:t>var num = 8;</a:t>
            </a:r>
          </a:p>
          <a:p>
            <a:r>
              <a:rPr lang="pt-BR" dirty="0"/>
              <a:t>var num = 10;</a:t>
            </a:r>
          </a:p>
          <a:p>
            <a:endParaRPr lang="pt-BR" dirty="0"/>
          </a:p>
          <a:p>
            <a:r>
              <a:rPr lang="pt-BR" dirty="0" smtClean="0"/>
              <a:t>console.log(num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739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olt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let y = </a:t>
            </a:r>
            <a:r>
              <a:rPr lang="en-US" dirty="0" err="1"/>
              <a:t>JSON.parse</a:t>
            </a:r>
            <a:r>
              <a:rPr lang="en-US" dirty="0"/>
              <a:t>(x);</a:t>
            </a:r>
          </a:p>
          <a:p>
            <a:r>
              <a:rPr lang="en-US" dirty="0"/>
              <a:t>console.log(</a:t>
            </a:r>
            <a:r>
              <a:rPr lang="en-US" dirty="0" err="1"/>
              <a:t>typeof</a:t>
            </a:r>
            <a:r>
              <a:rPr lang="en-US" dirty="0"/>
              <a:t> y);</a:t>
            </a:r>
          </a:p>
          <a:p>
            <a:endParaRPr lang="en-US" dirty="0"/>
          </a:p>
          <a:p>
            <a:r>
              <a:rPr lang="en-US" dirty="0"/>
              <a:t>let x = 0.1 + 0.2;</a:t>
            </a:r>
          </a:p>
          <a:p>
            <a:endParaRPr lang="en-US" dirty="0"/>
          </a:p>
          <a:p>
            <a:r>
              <a:rPr lang="en-US" dirty="0"/>
              <a:t>let x = '{ "b": 1, "c": 2 }';</a:t>
            </a:r>
          </a:p>
          <a:p>
            <a:r>
              <a:rPr lang="en-US" dirty="0"/>
              <a:t>let y = 0.3;</a:t>
            </a:r>
          </a:p>
          <a:p>
            <a:r>
              <a:rPr lang="en-US" dirty="0"/>
              <a:t>console.log(x ==</a:t>
            </a:r>
          </a:p>
          <a:p>
            <a:endParaRPr lang="en-US" dirty="0"/>
          </a:p>
          <a:p>
            <a:r>
              <a:rPr lang="en-US" dirty="0"/>
              <a:t>let x = [1, 2, 3</a:t>
            </a:r>
            <a:r>
              <a:rPr lang="en-US" dirty="0" smtClean="0"/>
              <a:t>];</a:t>
            </a:r>
            <a:r>
              <a:rPr lang="en-US" dirty="0"/>
              <a:t> let a = () =&gt; {</a:t>
            </a:r>
          </a:p>
          <a:p>
            <a:r>
              <a:rPr lang="en-US" dirty="0"/>
              <a:t>  console.log(this);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a();</a:t>
            </a:r>
          </a:p>
          <a:p>
            <a:endParaRPr lang="en-US" dirty="0"/>
          </a:p>
          <a:p>
            <a:r>
              <a:rPr lang="en-US" dirty="0"/>
              <a:t>let x = "hello";</a:t>
            </a:r>
          </a:p>
          <a:p>
            <a:r>
              <a:rPr lang="en-US" dirty="0"/>
              <a:t>let y = new String("hello");</a:t>
            </a:r>
          </a:p>
          <a:p>
            <a:endParaRPr lang="en-US" dirty="0"/>
          </a:p>
          <a:p>
            <a:r>
              <a:rPr lang="en-US" dirty="0"/>
              <a:t>console.log(x == y);</a:t>
            </a:r>
          </a:p>
          <a:p>
            <a:r>
              <a:rPr lang="en-US" dirty="0"/>
              <a:t>console.log(x === </a:t>
            </a:r>
          </a:p>
          <a:p>
            <a:r>
              <a:rPr lang="en-US" dirty="0"/>
              <a:t>console.log(</a:t>
            </a:r>
            <a:r>
              <a:rPr lang="en-US" dirty="0" err="1"/>
              <a:t>typeof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let x = [];</a:t>
            </a:r>
          </a:p>
          <a:p>
            <a:r>
              <a:rPr lang="en-US" dirty="0"/>
              <a:t>console.log(Boolean(x));</a:t>
            </a:r>
          </a:p>
          <a:p>
            <a:endParaRPr lang="en-US" dirty="0"/>
          </a:p>
          <a:p>
            <a:r>
              <a:rPr lang="en-US" dirty="0"/>
              <a:t>let x = Infinity;</a:t>
            </a:r>
          </a:p>
          <a:p>
            <a:r>
              <a:rPr lang="en-US" dirty="0"/>
              <a:t>console.log(</a:t>
            </a:r>
            <a:r>
              <a:rPr lang="en-US" dirty="0" err="1"/>
              <a:t>typeof</a:t>
            </a:r>
            <a:r>
              <a:rPr lang="en-US" dirty="0"/>
              <a:t> x);</a:t>
            </a:r>
          </a:p>
          <a:p>
            <a:endParaRPr lang="en-US" dirty="0"/>
          </a:p>
          <a:p>
            <a:r>
              <a:rPr lang="es-ES" dirty="0" err="1"/>
              <a:t>let</a:t>
            </a:r>
            <a:r>
              <a:rPr lang="es-ES" dirty="0"/>
              <a:t> x = "5";</a:t>
            </a:r>
          </a:p>
          <a:p>
            <a:r>
              <a:rPr lang="es-ES" dirty="0" err="1"/>
              <a:t>let</a:t>
            </a:r>
            <a:r>
              <a:rPr lang="es-ES" dirty="0"/>
              <a:t> y = 2;</a:t>
            </a:r>
          </a:p>
          <a:p>
            <a:endParaRPr lang="es-ES" dirty="0"/>
          </a:p>
          <a:p>
            <a:r>
              <a:rPr lang="es-ES" dirty="0"/>
              <a:t>console.log(x + y);</a:t>
            </a:r>
          </a:p>
          <a:p>
            <a:r>
              <a:rPr lang="es-ES" dirty="0"/>
              <a:t>console.log(x </a:t>
            </a:r>
            <a:r>
              <a:rPr lang="es-ES" dirty="0" smtClean="0"/>
              <a:t>–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449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olt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let x = [];</a:t>
            </a:r>
          </a:p>
          <a:p>
            <a:r>
              <a:rPr lang="en-US" dirty="0"/>
              <a:t>let y = [];</a:t>
            </a:r>
          </a:p>
          <a:p>
            <a:r>
              <a:rPr lang="en-US" dirty="0"/>
              <a:t>let z = x + y;</a:t>
            </a:r>
          </a:p>
          <a:p>
            <a:endParaRPr lang="en-US" dirty="0"/>
          </a:p>
          <a:p>
            <a:r>
              <a:rPr lang="en-US" dirty="0"/>
              <a:t>console.log(</a:t>
            </a:r>
            <a:r>
              <a:rPr lang="en-US" dirty="0" err="1"/>
              <a:t>typeof</a:t>
            </a:r>
            <a:r>
              <a:rPr lang="en-US" dirty="0"/>
              <a:t> z);</a:t>
            </a:r>
          </a:p>
          <a:p>
            <a:endParaRPr lang="en-US" dirty="0"/>
          </a:p>
          <a:p>
            <a:r>
              <a:rPr lang="en-US" dirty="0"/>
              <a:t>let x = true;</a:t>
            </a:r>
          </a:p>
          <a:p>
            <a:r>
              <a:rPr lang="en-US" dirty="0"/>
              <a:t>let y = false;</a:t>
            </a:r>
          </a:p>
          <a:p>
            <a:r>
              <a:rPr lang="en-US" dirty="0"/>
              <a:t>let z = x + y &amp;&amp; x * y;</a:t>
            </a:r>
          </a:p>
          <a:p>
            <a:endParaRPr lang="en-US" dirty="0"/>
          </a:p>
          <a:p>
            <a:r>
              <a:rPr lang="en-US" dirty="0"/>
              <a:t>console.log(z</a:t>
            </a:r>
            <a:r>
              <a:rPr lang="en-US" dirty="0" smtClean="0"/>
              <a:t>)</a:t>
            </a:r>
          </a:p>
          <a:p>
            <a:r>
              <a:rPr lang="en-US" dirty="0"/>
              <a:t>let x = [1, 2, 3, 4, 5];</a:t>
            </a:r>
          </a:p>
          <a:p>
            <a:r>
              <a:rPr lang="en-US" dirty="0"/>
              <a:t>let y = </a:t>
            </a:r>
            <a:r>
              <a:rPr lang="en-US" dirty="0" err="1"/>
              <a:t>x.filter</a:t>
            </a:r>
            <a:r>
              <a:rPr lang="en-US" dirty="0"/>
              <a:t>((n) =&gt; n &gt;= 3);</a:t>
            </a:r>
          </a:p>
          <a:p>
            <a:endParaRPr lang="en-US" dirty="0"/>
          </a:p>
          <a:p>
            <a:r>
              <a:rPr lang="en-US" dirty="0"/>
              <a:t>console.log(y);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function foo(a, b) {</a:t>
            </a:r>
          </a:p>
          <a:p>
            <a:r>
              <a:rPr lang="en-US" dirty="0"/>
              <a:t>  console.log(arguments[1]);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foo(3);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193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faqs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" y="642594"/>
            <a:ext cx="10058400" cy="3849624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Explain Scope and Scope Chain in </a:t>
            </a:r>
            <a:r>
              <a:rPr lang="en-US" b="1" dirty="0" err="1"/>
              <a:t>javascript</a:t>
            </a:r>
            <a:r>
              <a:rPr lang="en-US" b="1" dirty="0"/>
              <a:t>.</a:t>
            </a:r>
          </a:p>
          <a:p>
            <a:r>
              <a:rPr lang="en-US" b="1" dirty="0"/>
              <a:t>Explain passed by value and passed by reference.</a:t>
            </a:r>
          </a:p>
          <a:p>
            <a:r>
              <a:rPr lang="en-US" b="1" dirty="0"/>
              <a:t>What is </a:t>
            </a:r>
            <a:r>
              <a:rPr lang="en-US" b="1" dirty="0" err="1"/>
              <a:t>NaN</a:t>
            </a:r>
            <a:r>
              <a:rPr lang="en-US" b="1" dirty="0"/>
              <a:t> property in JavaScript?</a:t>
            </a:r>
          </a:p>
          <a:p>
            <a:r>
              <a:rPr lang="en-US" b="1" dirty="0"/>
              <a:t>Is </a:t>
            </a:r>
            <a:r>
              <a:rPr lang="en-US" b="1" dirty="0" err="1"/>
              <a:t>javascript</a:t>
            </a:r>
            <a:r>
              <a:rPr lang="en-US" b="1" dirty="0"/>
              <a:t> a statically typed or a dynamically typed language?</a:t>
            </a:r>
          </a:p>
          <a:p>
            <a:r>
              <a:rPr lang="en-US" b="1" dirty="0"/>
              <a:t>Why do we use the word “debugger” in </a:t>
            </a:r>
            <a:r>
              <a:rPr lang="en-US" b="1" dirty="0" err="1"/>
              <a:t>javascript</a:t>
            </a:r>
            <a:r>
              <a:rPr lang="en-US" b="1" dirty="0"/>
              <a:t>?</a:t>
            </a:r>
          </a:p>
          <a:p>
            <a:r>
              <a:rPr lang="en-US" b="1" dirty="0"/>
              <a:t>What is a prototype chain in JavaScript?</a:t>
            </a:r>
          </a:p>
          <a:p>
            <a:r>
              <a:rPr lang="en-US" dirty="0"/>
              <a:t>Hoisting.</a:t>
            </a:r>
          </a:p>
          <a:p>
            <a:r>
              <a:rPr lang="en-US" dirty="0"/>
              <a:t>How do you create an object in JavaScript?</a:t>
            </a:r>
          </a:p>
          <a:p>
            <a:r>
              <a:rPr lang="en-US" dirty="0"/>
              <a:t>How do you create an array in JavaScript?</a:t>
            </a:r>
          </a:p>
          <a:p>
            <a:r>
              <a:rPr lang="en-US" b="1" dirty="0"/>
              <a:t>Write a JavaScript program to find the maximum number in an array.</a:t>
            </a:r>
            <a:r>
              <a:rPr lang="en-US" dirty="0"/>
              <a:t> </a:t>
            </a:r>
          </a:p>
          <a:p>
            <a:r>
              <a:rPr lang="en-US" b="1" dirty="0"/>
              <a:t>Write a JavaScript function to calculate the sum of two numbers.</a:t>
            </a:r>
          </a:p>
          <a:p>
            <a:r>
              <a:rPr lang="en-US" dirty="0"/>
              <a:t>What is the difference between == and === in JavaScript?</a:t>
            </a:r>
          </a:p>
          <a:p>
            <a:r>
              <a:rPr lang="en-US" b="1" dirty="0"/>
              <a:t>What are some advantages of using External </a:t>
            </a:r>
            <a:r>
              <a:rPr lang="en-US" b="1" dirty="0" smtClean="0"/>
              <a:t>JavaScript</a:t>
            </a:r>
          </a:p>
          <a:p>
            <a:r>
              <a:rPr lang="en-US" b="1" dirty="0"/>
              <a:t>Mention some advantages of </a:t>
            </a:r>
            <a:r>
              <a:rPr lang="en-US" b="1" dirty="0" err="1"/>
              <a:t>javascript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0" y="2435781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Difference between </a:t>
            </a:r>
            <a:r>
              <a:rPr lang="en-US" b="1" dirty="0" err="1"/>
              <a:t>var</a:t>
            </a:r>
            <a:r>
              <a:rPr lang="en-US" b="1" dirty="0"/>
              <a:t> and let keyword in </a:t>
            </a:r>
            <a:r>
              <a:rPr lang="en-US" b="1" dirty="0" err="1"/>
              <a:t>javascript</a:t>
            </a:r>
            <a:endParaRPr lang="en-US" b="1" dirty="0"/>
          </a:p>
          <a:p>
            <a:r>
              <a:rPr lang="en-US" b="1" dirty="0"/>
              <a:t>What is an Immediately Invoked Function in JavaScript?</a:t>
            </a:r>
          </a:p>
          <a:p>
            <a:r>
              <a:rPr lang="en-US" b="1" dirty="0"/>
              <a:t>What are the different data types present in </a:t>
            </a:r>
            <a:r>
              <a:rPr lang="en-US" b="1" dirty="0" err="1"/>
              <a:t>javascript</a:t>
            </a:r>
            <a:endParaRPr lang="en-US" b="1" dirty="0"/>
          </a:p>
          <a:p>
            <a:r>
              <a:rPr lang="en-US" b="1" dirty="0"/>
              <a:t>What do you mean by strict mode in </a:t>
            </a:r>
            <a:r>
              <a:rPr lang="en-US" b="1" dirty="0" err="1"/>
              <a:t>javascript</a:t>
            </a:r>
            <a:r>
              <a:rPr lang="en-US" b="1" dirty="0"/>
              <a:t> and characteristics of </a:t>
            </a:r>
            <a:r>
              <a:rPr lang="en-US" b="1" dirty="0" err="1"/>
              <a:t>javascript</a:t>
            </a:r>
            <a:r>
              <a:rPr lang="en-US" b="1" dirty="0"/>
              <a:t> strict-mode?</a:t>
            </a:r>
          </a:p>
          <a:p>
            <a:r>
              <a:rPr lang="en-US" b="1" dirty="0"/>
              <a:t>Explain Higher Order Functions in </a:t>
            </a:r>
            <a:r>
              <a:rPr lang="en-US" b="1" dirty="0" err="1"/>
              <a:t>javascript</a:t>
            </a:r>
            <a:r>
              <a:rPr lang="en-US" b="1" dirty="0"/>
              <a:t>.</a:t>
            </a:r>
          </a:p>
          <a:p>
            <a:r>
              <a:rPr lang="en-US" b="1" dirty="0"/>
              <a:t>Explain “this” keyword.</a:t>
            </a:r>
          </a:p>
          <a:p>
            <a:r>
              <a:rPr lang="en-US" b="1" dirty="0"/>
              <a:t>What do you mean by Self Invoking Functions?</a:t>
            </a:r>
          </a:p>
          <a:p>
            <a:r>
              <a:rPr lang="en-US" b="1" dirty="0"/>
              <a:t>Explain call(), apply() and, bind() methods.</a:t>
            </a:r>
          </a:p>
          <a:p>
            <a:r>
              <a:rPr lang="en-US" b="1" dirty="0"/>
              <a:t>What is the difference between exec () and test () methods in </a:t>
            </a:r>
            <a:r>
              <a:rPr lang="en-US" b="1" dirty="0" err="1"/>
              <a:t>javascript</a:t>
            </a:r>
            <a:r>
              <a:rPr lang="en-US" b="1" dirty="0"/>
              <a:t>?</a:t>
            </a:r>
          </a:p>
          <a:p>
            <a:r>
              <a:rPr lang="en-US" b="1" dirty="0" err="1" smtClean="0"/>
              <a:t>Wh</a:t>
            </a:r>
            <a:r>
              <a:rPr lang="en-US" b="1" dirty="0" err="1"/>
              <a:t>Explain</a:t>
            </a:r>
            <a:r>
              <a:rPr lang="en-US" b="1" dirty="0"/>
              <a:t> Implicit Type Coercion in </a:t>
            </a:r>
            <a:r>
              <a:rPr lang="en-US" b="1" dirty="0" err="1"/>
              <a:t>javascript</a:t>
            </a:r>
            <a:endParaRPr lang="en-US" b="1" dirty="0"/>
          </a:p>
          <a:p>
            <a:r>
              <a:rPr lang="en-US" b="1" dirty="0"/>
              <a:t>Explain Closures in JavaScript at is currying in JavaScript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2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OLT AND FAQs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let x = { a: 1, b: 2 };</a:t>
            </a:r>
          </a:p>
          <a:p>
            <a:r>
              <a:rPr lang="en-IN" dirty="0"/>
              <a:t>let y = { b: 3 };</a:t>
            </a:r>
          </a:p>
          <a:p>
            <a:r>
              <a:rPr lang="en-IN" dirty="0"/>
              <a:t>let z = { ...x, ...y };</a:t>
            </a:r>
          </a:p>
          <a:p>
            <a:endParaRPr lang="en-IN" dirty="0"/>
          </a:p>
          <a:p>
            <a:r>
              <a:rPr lang="en-IN" dirty="0"/>
              <a:t>console.log(z);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/>
              <a:t>What are object prototypes?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122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645</Words>
  <Application>Microsoft Office PowerPoint</Application>
  <PresentationFormat>Widescreen</PresentationFormat>
  <Paragraphs>153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JAVASCRIPT </vt:lpstr>
      <vt:lpstr>PowerPoint Presentation</vt:lpstr>
      <vt:lpstr>MONGO DB</vt:lpstr>
      <vt:lpstr>olt</vt:lpstr>
      <vt:lpstr>olt</vt:lpstr>
      <vt:lpstr>olt</vt:lpstr>
      <vt:lpstr>faqs</vt:lpstr>
      <vt:lpstr>OLT AND FAQs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2025-02-14T10:19:54Z</dcterms:created>
  <dcterms:modified xsi:type="dcterms:W3CDTF">2025-02-24T06:41:16Z</dcterms:modified>
</cp:coreProperties>
</file>