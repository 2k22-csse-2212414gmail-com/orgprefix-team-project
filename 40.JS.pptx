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3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979B2-DF82-4B7F-B6E1-8962E5FDA3B0}" type="datetimeFigureOut">
              <a:rPr lang="en-IN" smtClean="0"/>
              <a:t>24-02-2025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B939BE-AF80-4436-92D3-856868CCCE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37091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979B2-DF82-4B7F-B6E1-8962E5FDA3B0}" type="datetimeFigureOut">
              <a:rPr lang="en-IN" smtClean="0"/>
              <a:t>24-02-2025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B939BE-AF80-4436-92D3-856868CCCE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74694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979B2-DF82-4B7F-B6E1-8962E5FDA3B0}" type="datetimeFigureOut">
              <a:rPr lang="en-IN" smtClean="0"/>
              <a:t>24-02-2025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B939BE-AF80-4436-92D3-856868CCCE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70054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979B2-DF82-4B7F-B6E1-8962E5FDA3B0}" type="datetimeFigureOut">
              <a:rPr lang="en-IN" smtClean="0"/>
              <a:t>24-02-2025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B939BE-AF80-4436-92D3-856868CCCE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19843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979B2-DF82-4B7F-B6E1-8962E5FDA3B0}" type="datetimeFigureOut">
              <a:rPr lang="en-IN" smtClean="0"/>
              <a:t>24-02-2025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B939BE-AF80-4436-92D3-856868CCCE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99827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979B2-DF82-4B7F-B6E1-8962E5FDA3B0}" type="datetimeFigureOut">
              <a:rPr lang="en-IN" smtClean="0"/>
              <a:t>24-02-2025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B939BE-AF80-4436-92D3-856868CCCE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49093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979B2-DF82-4B7F-B6E1-8962E5FDA3B0}" type="datetimeFigureOut">
              <a:rPr lang="en-IN" smtClean="0"/>
              <a:t>24-02-2025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B939BE-AF80-4436-92D3-856868CCCE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90303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979B2-DF82-4B7F-B6E1-8962E5FDA3B0}" type="datetimeFigureOut">
              <a:rPr lang="en-IN" smtClean="0"/>
              <a:t>24-02-2025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B939BE-AF80-4436-92D3-856868CCCE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17572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979B2-DF82-4B7F-B6E1-8962E5FDA3B0}" type="datetimeFigureOut">
              <a:rPr lang="en-IN" smtClean="0"/>
              <a:t>24-02-2025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B939BE-AF80-4436-92D3-856868CCCE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15050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979B2-DF82-4B7F-B6E1-8962E5FDA3B0}" type="datetimeFigureOut">
              <a:rPr lang="en-IN" smtClean="0"/>
              <a:t>24-02-2025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B939BE-AF80-4436-92D3-856868CCCE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2689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979B2-DF82-4B7F-B6E1-8962E5FDA3B0}" type="datetimeFigureOut">
              <a:rPr lang="en-IN" smtClean="0"/>
              <a:t>24-02-2025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B939BE-AF80-4436-92D3-856868CCCE07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194939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979B2-DF82-4B7F-B6E1-8962E5FDA3B0}" type="datetimeFigureOut">
              <a:rPr lang="en-IN" smtClean="0"/>
              <a:t>24-02-2025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B939BE-AF80-4436-92D3-856868CCCE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83920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979B2-DF82-4B7F-B6E1-8962E5FDA3B0}" type="datetimeFigureOut">
              <a:rPr lang="en-IN" smtClean="0"/>
              <a:t>24-02-2025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B939BE-AF80-4436-92D3-856868CCCE07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24204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979B2-DF82-4B7F-B6E1-8962E5FDA3B0}" type="datetimeFigureOut">
              <a:rPr lang="en-IN" smtClean="0"/>
              <a:t>24-02-2025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B939BE-AF80-4436-92D3-856868CCCE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86326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979B2-DF82-4B7F-B6E1-8962E5FDA3B0}" type="datetimeFigureOut">
              <a:rPr lang="en-IN" smtClean="0"/>
              <a:t>24-02-2025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B939BE-AF80-4436-92D3-856868CCCE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65001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979B2-DF82-4B7F-B6E1-8962E5FDA3B0}" type="datetimeFigureOut">
              <a:rPr lang="en-IN" smtClean="0"/>
              <a:t>24-02-2025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B939BE-AF80-4436-92D3-856868CCCE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26794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9979B2-DF82-4B7F-B6E1-8962E5FDA3B0}" type="datetimeFigureOut">
              <a:rPr lang="en-IN" smtClean="0"/>
              <a:t>24-02-2025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35B939BE-AF80-4436-92D3-856868CCCE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25440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NODE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LECTURE-15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609451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0058400" cy="5655088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0058400" cy="5655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42915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0058400" cy="5655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10744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0058400" cy="5655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70490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0058400" cy="5655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31378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0058400" cy="5655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67465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0058400" cy="5655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04451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0058400" cy="5655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70381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0058400" cy="5655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52477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0058400" cy="5655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88536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0058400" cy="5655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84593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0058400" cy="5655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06374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0058400" cy="5655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59996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0058400" cy="5655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1454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0058400" cy="5655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464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0058400" cy="5655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17166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0058400" cy="5655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48248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0058400" cy="5655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49100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0058400" cy="5655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45335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0058400" cy="5655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45922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0058400" cy="5655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83976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0058400" cy="5655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38096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0058400" cy="5655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267276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0058400" cy="5655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931063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0058400" cy="5655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187272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0058400" cy="5655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078839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0058400" cy="5655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929239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0058400" cy="5655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9784940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30</TotalTime>
  <Words>2</Words>
  <Application>Microsoft Office PowerPoint</Application>
  <PresentationFormat>Widescreen</PresentationFormat>
  <Paragraphs>2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2" baseType="lpstr">
      <vt:lpstr>Arial</vt:lpstr>
      <vt:lpstr>Trebuchet MS</vt:lpstr>
      <vt:lpstr>Wingdings 3</vt:lpstr>
      <vt:lpstr>Facet</vt:lpstr>
      <vt:lpstr>NODE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NODE</dc:title>
  <dc:creator>User</dc:creator>
  <cp:lastModifiedBy>User</cp:lastModifiedBy>
  <cp:revision>2</cp:revision>
  <dcterms:created xsi:type="dcterms:W3CDTF">2025-02-24T06:10:06Z</dcterms:created>
  <dcterms:modified xsi:type="dcterms:W3CDTF">2025-02-24T06:40:20Z</dcterms:modified>
</cp:coreProperties>
</file>